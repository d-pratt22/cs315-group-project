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68" r:id="rId5"/>
    <p:sldId id="259" r:id="rId6"/>
    <p:sldId id="269" r:id="rId7"/>
    <p:sldId id="270" r:id="rId8"/>
    <p:sldId id="271" r:id="rId9"/>
    <p:sldId id="266" r:id="rId10"/>
    <p:sldId id="272" r:id="rId11"/>
    <p:sldId id="27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0400DD-81D3-75CC-9387-C0CEE6ADDBB2}" v="31" dt="2025-11-21T19:24:53.743"/>
    <p1510:client id="{EBC6A334-41D6-78DC-5585-137B977AFB9D}" v="596" dt="2025-11-21T06:20:27.885"/>
    <p1510:client id="{F6473853-03BE-6AEA-C863-B61D1611FE41}" v="22" dt="2025-11-21T00:34:57.7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E6EAE-433A-E25B-0F21-F111AE0F95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186455-6323-5467-252F-EEA7C4B93F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40805-D40E-D950-D6B2-DDB2A87EB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3F103-4281-3BA8-C89C-7E41EAFB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67605-0036-4C51-C23E-74D8FB7C0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72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32114-27F2-F444-6FE1-7F2202FF0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7D88D-F3C3-A0A7-8AD5-DC0E2FD74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461BC-31D8-2182-E478-D09D5659F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872D5-DA9A-40CD-9B5B-CB2EC04BA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52A71-9BB4-61B3-92E7-E7D6E6147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907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13655-A49D-83BC-8D39-1AE84BB8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5D53AD-33D3-3855-1EEE-05E7566E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F34A6-D978-8A65-3E36-8C4EFB7DD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26C67-7135-70B3-96DF-059B23A20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9D3CE-A69E-C1DB-448D-F8289265F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6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E25EA-D549-8F11-2A62-A13949E1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9430-3D73-BDFE-32FA-AB156CE5E2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E0700-B65D-3B86-AC2B-27F4BC252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7B7B-5B64-7E71-BCE4-8F89A6001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939ED8-E3A9-A139-0C2A-C40BA6E38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2164-448B-1AA7-42F5-924E12F5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2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2D114-883F-2298-1436-DCCDC50F7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8EB57-A17B-32F7-7B78-3C5AA61AB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19C99-6678-7C33-9CFD-105D3CA8C4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E9426F-ADDE-EC56-9888-1A4EA8C63C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D296D9-1931-EA30-BEA4-C8544C52B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525F5A-4F7E-CBF7-0A0A-8FDD1B26D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D4740C-C96A-BFE4-80E0-2AD36542D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01B1C-4118-5042-0AC9-D620437CB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64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1E6-897F-28A8-B328-A27B919D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CB0B9B-6B46-89B9-ABDF-BB6EB39F0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88365-B4C5-AD6E-9C46-E5CFDBC5D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022E0C-7456-484B-064D-16B23BED1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976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D6317E-6FF6-47DC-800C-E1130CB2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C3A062-C04D-3AC7-E210-911803554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CD2FA-6412-36F7-047A-5BB2227A5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24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45209-A098-37EE-C4C9-85552833F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1C248-18F6-1C9D-151B-96EE53D5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5B7EBC-BEB2-E679-933C-FFAB137B3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63FBF4-BFF8-32C2-CF57-8CE4985A0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A54EE-B8A3-DEFD-E7F3-7A872064E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8E3C4D-88C4-DDF9-6460-17CF16708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015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F664F-1568-6852-C0BB-1BEFD0020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97D469-197F-EFC1-0B79-6B2DA901E4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00C3B7-E9E8-316B-2A50-8655038F7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98419-4264-3274-0687-0D3F4D7AF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8136DC-7DF8-1A68-21D2-E02061136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A21D7-2651-F428-2ADD-C9E97721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014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35D05-D350-AD47-FD7A-D8D004BA7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D053A5-712F-435B-CF44-01E291942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3951E-966C-D68D-266B-6391E106A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258DC-5FD9-9E1C-5895-CEFE516C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D2E82-8D0D-CF25-50B4-729972AE3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386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BCF6E9-1246-E311-DB56-C2223C23A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0BE8BE-7B9B-DC13-9DD1-D2F5372CCB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3DF60-4673-0F38-2B47-B10ECAA12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3DEF6-96C5-961C-9D1A-A69DF506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6816E-4A40-251A-2CBF-94BC422D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611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8C2F28-790A-0BE6-5AE3-09055553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A9662-DD53-2997-3505-176517587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5F70B-DDB7-2C8F-BCFF-971CEEB9C4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C75C1A-6243-4F6B-AB76-190DFB114FD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537AA-A1CD-F9DE-8A72-7FFB665443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39419-6C31-5512-046F-834016D1C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D11717-D12E-47CA-96D3-D22B4235D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6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-pratt22.github.io/CS315-Group-Project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49627565/camera-controller-in-unity" TargetMode="External"/><Relationship Id="rId2" Type="http://schemas.openxmlformats.org/officeDocument/2006/relationships/hyperlink" Target="https://www.geeksforgeeks.org/dsa/quick-sort-algorith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4CBDBB-4FBD-4B9E-BD01-054A81D43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1A6F03-171F-40B2-8B2C-A061B8924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2C4834C-B602-4125-8264-BD0D55A58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172EE5-132F-4DD4-8855-4DBBD9C34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95844" y="1110000"/>
            <a:ext cx="10195740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472BC-CB6F-497F-5062-085250B1E7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875" y="1302871"/>
            <a:ext cx="8188026" cy="204465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latin typeface="+mj-lt"/>
                <a:ea typeface="+mj-ea"/>
                <a:cs typeface="+mj-cs"/>
              </a:rPr>
              <a:t>Sorting Algorithms</a:t>
            </a:r>
            <a:br>
              <a:rPr lang="en-US" sz="4800"/>
            </a:br>
            <a:r>
              <a:rPr lang="en-US" sz="4800"/>
              <a:t>Visualizer </a:t>
            </a:r>
            <a:r>
              <a:rPr lang="en-US" sz="4800" kern="1200">
                <a:latin typeface="+mj-lt"/>
                <a:ea typeface="+mj-ea"/>
                <a:cs typeface="+mj-cs"/>
              </a:rPr>
              <a:t>in Unity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14D325-FA63-C852-C72B-236257CCC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3641" y="3519236"/>
            <a:ext cx="8192843" cy="20570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By</a:t>
            </a:r>
            <a:endParaRPr lang="en-US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/>
              <a:t>Danel  P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/>
              <a:t>Jacob P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/>
              <a:t>Sky S</a:t>
            </a:r>
          </a:p>
        </p:txBody>
      </p:sp>
    </p:spTree>
    <p:extLst>
      <p:ext uri="{BB962C8B-B14F-4D97-AF65-F5344CB8AC3E}">
        <p14:creationId xmlns:p14="http://schemas.microsoft.com/office/powerpoint/2010/main" val="414124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07A6DE8-5824-538F-45EF-2BC6BBCE3A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3F890D-C9B5-CECA-9F17-7BF4B1B08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A02CDD-43BA-8522-9C7C-F78AABC6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0A2E6-C55A-4432-AAE4-4385F7AD3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Sorting Algorithms + Big O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Bubble Sort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Insertion Sort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Quick Sort</a:t>
            </a:r>
          </a:p>
          <a:p>
            <a:r>
              <a:rPr lang="en-US"/>
              <a:t>Challenges</a:t>
            </a:r>
          </a:p>
          <a:p>
            <a:r>
              <a:rPr lang="en-US"/>
              <a:t>Improvements</a:t>
            </a:r>
          </a:p>
          <a:p>
            <a:r>
              <a:rPr lang="en-US"/>
              <a:t>Class Demo</a:t>
            </a:r>
          </a:p>
        </p:txBody>
      </p:sp>
    </p:spTree>
    <p:extLst>
      <p:ext uri="{BB962C8B-B14F-4D97-AF65-F5344CB8AC3E}">
        <p14:creationId xmlns:p14="http://schemas.microsoft.com/office/powerpoint/2010/main" val="136268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D813D1-BA6B-40B4-A101-04BB89445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A3DFA5-2D7B-4989-8ED7-8321EC114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9817B-B810-87B6-6D3A-A89DE28E3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3629555" cy="1893524"/>
          </a:xfrm>
        </p:spPr>
        <p:txBody>
          <a:bodyPr anchor="b">
            <a:normAutofit/>
          </a:bodyPr>
          <a:lstStyle/>
          <a:p>
            <a:r>
              <a:rPr lang="en-US" sz="4800"/>
              <a:t>Bubble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CB22DF8-25F5-A758-4133-7542AE01B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3629555" cy="29415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Sorts so the largest element goes to the end, then second largest and so on until completely sorted</a:t>
            </a:r>
          </a:p>
          <a:p>
            <a:r>
              <a:rPr lang="en-US" sz="2000" b="1"/>
              <a:t>Big O:</a:t>
            </a:r>
            <a:endParaRPr lang="en-US" sz="200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Worst Case: O(n^2)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Average Case: O(n^2)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Best Case: O(n)</a:t>
            </a:r>
          </a:p>
        </p:txBody>
      </p:sp>
      <p:pic>
        <p:nvPicPr>
          <p:cNvPr id="3" name="Picture 2" descr="A diagram of a swap&#10;&#10;AI-generated content may be incorrect.">
            <a:extLst>
              <a:ext uri="{FF2B5EF4-FFF2-40B4-BE49-F238E27FC236}">
                <a16:creationId xmlns:a16="http://schemas.microsoft.com/office/drawing/2014/main" id="{3DB72CD3-F67B-C3D2-1820-D064D0EFE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358" y="1976558"/>
            <a:ext cx="6124575" cy="29241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0E6D74-5006-DE83-220B-DB388080B299}"/>
              </a:ext>
            </a:extLst>
          </p:cNvPr>
          <p:cNvSpPr txBox="1"/>
          <p:nvPr/>
        </p:nvSpPr>
        <p:spPr>
          <a:xfrm>
            <a:off x="5331488" y="4903516"/>
            <a:ext cx="3674301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/>
              <a:t>From geeksforgeeks.com</a:t>
            </a:r>
          </a:p>
        </p:txBody>
      </p:sp>
    </p:spTree>
    <p:extLst>
      <p:ext uri="{BB962C8B-B14F-4D97-AF65-F5344CB8AC3E}">
        <p14:creationId xmlns:p14="http://schemas.microsoft.com/office/powerpoint/2010/main" val="38034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4484CD-8425-ACAE-0850-3F0B5F9F0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4A6435E-143F-7FE5-67DD-4B32AC6D1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274604-0897-3282-43C7-88497E166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84AA162-6B45-BB65-E0EE-D50E5C11B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2319D3E-5CA9-4232-BCB6-9331EF085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91236B-E4E6-59EA-B686-4D050856C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2E9B-E8C4-154C-1DC3-2328D2062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3629555" cy="1893524"/>
          </a:xfrm>
        </p:spPr>
        <p:txBody>
          <a:bodyPr anchor="b">
            <a:normAutofit/>
          </a:bodyPr>
          <a:lstStyle/>
          <a:p>
            <a:r>
              <a:rPr lang="en-US" sz="4800"/>
              <a:t>Bubble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D5643BB-4B3F-2AA7-4EE7-7A4137767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3629555" cy="2941544"/>
          </a:xfrm>
        </p:spPr>
        <p:txBody>
          <a:bodyPr>
            <a:normAutofit lnSpcReduction="10000"/>
          </a:bodyPr>
          <a:lstStyle/>
          <a:p>
            <a:r>
              <a:rPr lang="en-US" sz="1800"/>
              <a:t>Implements a bubble-sort–style loop that compares cube heights using their “</a:t>
            </a:r>
            <a:r>
              <a:rPr lang="en-US" sz="1800" err="1"/>
              <a:t>localScale.y</a:t>
            </a:r>
            <a:r>
              <a:rPr lang="en-US" sz="1800"/>
              <a:t>” values.</a:t>
            </a:r>
          </a:p>
          <a:p>
            <a:r>
              <a:rPr lang="en-US" sz="1800"/>
              <a:t>Swaps the cube references in the array and updates their positions along the x-axis to reflect the swap.</a:t>
            </a:r>
          </a:p>
          <a:p>
            <a:r>
              <a:rPr lang="en-US" sz="1700"/>
              <a:t>Uses “yield return new </a:t>
            </a:r>
            <a:r>
              <a:rPr lang="en-US" sz="1700" err="1"/>
              <a:t>WaitForSeconds</a:t>
            </a:r>
            <a:r>
              <a:rPr lang="en-US" sz="1700"/>
              <a:t>(0.1f)” to visualize the sorting process step-by-step.</a:t>
            </a:r>
          </a:p>
        </p:txBody>
      </p:sp>
      <p:pic>
        <p:nvPicPr>
          <p:cNvPr id="5" name="Content Placeholder 4" descr="A computer screen with white and blue text&#10;&#10;AI-generated content may be incorrect.">
            <a:extLst>
              <a:ext uri="{FF2B5EF4-FFF2-40B4-BE49-F238E27FC236}">
                <a16:creationId xmlns:a16="http://schemas.microsoft.com/office/drawing/2014/main" id="{07FE478A-2786-3DDC-42E3-3EC53F158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548" y="823160"/>
            <a:ext cx="6320441" cy="2528175"/>
          </a:xfrm>
          <a:prstGeom prst="rect">
            <a:avLst/>
          </a:prstGeom>
        </p:spPr>
      </p:pic>
      <p:pic>
        <p:nvPicPr>
          <p:cNvPr id="7" name="Picture 6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606D4539-3302-F1A0-6DC0-440494083D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9717" y="3498320"/>
            <a:ext cx="6320441" cy="199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030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068B58-6F94-4AFF-A8A7-18573884D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5B028C-7535-45E5-9D2C-32C50D0E0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983BC4-2D42-5509-0931-9E25DE10C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4997189" cy="1893524"/>
          </a:xfrm>
        </p:spPr>
        <p:txBody>
          <a:bodyPr anchor="b">
            <a:normAutofit/>
          </a:bodyPr>
          <a:lstStyle/>
          <a:p>
            <a:r>
              <a:rPr lang="en-US" sz="4800"/>
              <a:t>Insertion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06BEA1-FFA6-9D5D-ACCC-6C81F2FE7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4997189" cy="29415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Sorts by going element by element and inserting the next element where it needs to go by comparing to the previously sorted elements.</a:t>
            </a:r>
          </a:p>
          <a:p>
            <a:r>
              <a:rPr lang="en-US" sz="2000" b="1"/>
              <a:t>Big O:</a:t>
            </a:r>
            <a:endParaRPr lang="en-US" sz="20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000"/>
              <a:t>Worst Case: O(n^2)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000"/>
              <a:t>Average Case: O(n^2)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000"/>
              <a:t>Best Case: O(n)</a:t>
            </a:r>
            <a:endParaRPr lang="en-US"/>
          </a:p>
        </p:txBody>
      </p:sp>
      <p:pic>
        <p:nvPicPr>
          <p:cNvPr id="8" name="Picture 7" descr="A diagram of numbers and arrows&#10;&#10;AI-generated content may be incorrect.">
            <a:extLst>
              <a:ext uri="{FF2B5EF4-FFF2-40B4-BE49-F238E27FC236}">
                <a16:creationId xmlns:a16="http://schemas.microsoft.com/office/drawing/2014/main" id="{AFFE0A98-2DFD-DE45-819D-BC7AFDDB9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757" y="1847307"/>
            <a:ext cx="5356788" cy="31248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EA11A7-9643-4C02-D1E5-B21808941836}"/>
              </a:ext>
            </a:extLst>
          </p:cNvPr>
          <p:cNvSpPr txBox="1"/>
          <p:nvPr/>
        </p:nvSpPr>
        <p:spPr>
          <a:xfrm>
            <a:off x="5861994" y="4961389"/>
            <a:ext cx="3674301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/>
              <a:t>From geeksforgeeks.com</a:t>
            </a:r>
          </a:p>
        </p:txBody>
      </p:sp>
    </p:spTree>
    <p:extLst>
      <p:ext uri="{BB962C8B-B14F-4D97-AF65-F5344CB8AC3E}">
        <p14:creationId xmlns:p14="http://schemas.microsoft.com/office/powerpoint/2010/main" val="872897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FE8FF-679B-0158-4B59-879C82DB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D84B1CA-59A6-EA40-2423-55EECF6F5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1F88CA-D7D5-16A9-3DD3-84555E7EBE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79B0AF-83D1-AABF-70D0-E7533396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C28B94B-5BEC-F2C6-3054-6C4189FA5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ED2D56-BDBA-D103-4F94-3DAAEE2BD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A44416-0875-8B08-8580-FB917B55F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4997189" cy="1893524"/>
          </a:xfrm>
        </p:spPr>
        <p:txBody>
          <a:bodyPr anchor="b">
            <a:normAutofit/>
          </a:bodyPr>
          <a:lstStyle/>
          <a:p>
            <a:r>
              <a:rPr lang="en-US" sz="4800"/>
              <a:t>Insertion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19AF933-78CC-2E4D-FD35-08151A0AE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4997189" cy="2941544"/>
          </a:xfrm>
        </p:spPr>
        <p:txBody>
          <a:bodyPr>
            <a:normAutofit/>
          </a:bodyPr>
          <a:lstStyle/>
          <a:p>
            <a:r>
              <a:rPr lang="en-US" sz="1600"/>
              <a:t>Implements insertion sort by selecting a “</a:t>
            </a:r>
            <a:r>
              <a:rPr lang="en-US" sz="1600" err="1"/>
              <a:t>keyCube</a:t>
            </a:r>
            <a:r>
              <a:rPr lang="en-US" sz="1600"/>
              <a:t>” and shifting larger cubes to the right.</a:t>
            </a:r>
          </a:p>
          <a:p>
            <a:r>
              <a:rPr lang="en-US" sz="1600"/>
              <a:t>Compares cubes using their height (</a:t>
            </a:r>
            <a:r>
              <a:rPr lang="en-US" sz="1600" err="1"/>
              <a:t>localScale.y</a:t>
            </a:r>
            <a:r>
              <a:rPr lang="en-US" sz="1600"/>
              <a:t>) to determine correct placement.</a:t>
            </a:r>
          </a:p>
          <a:p>
            <a:r>
              <a:rPr lang="en-US" sz="1600"/>
              <a:t>Use yield return for brief delays, allowing visualized step-by-step movement.</a:t>
            </a:r>
          </a:p>
        </p:txBody>
      </p:sp>
      <p:pic>
        <p:nvPicPr>
          <p:cNvPr id="5" name="Content Placeholder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A89B69F8-8490-6F9B-1CDA-5AF245A2B4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4" r="25753" b="1"/>
          <a:stretch>
            <a:fillRect/>
          </a:stretch>
        </p:blipFill>
        <p:spPr>
          <a:xfrm>
            <a:off x="6575741" y="895610"/>
            <a:ext cx="4890576" cy="2443150"/>
          </a:xfrm>
          <a:prstGeom prst="rect">
            <a:avLst/>
          </a:prstGeom>
        </p:spPr>
      </p:pic>
      <p:pic>
        <p:nvPicPr>
          <p:cNvPr id="7" name="Picture 6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DCDEC163-38BF-E50C-8F6B-2F2593218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923" b="-1"/>
          <a:stretch>
            <a:fillRect/>
          </a:stretch>
        </p:blipFill>
        <p:spPr>
          <a:xfrm>
            <a:off x="6575741" y="3504974"/>
            <a:ext cx="4890576" cy="244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164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9CFCE-8B59-68F7-930A-CB9EA9E87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A62E712-C8D5-0E36-85FA-3CE340264D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3FE4C1-81A1-892F-3329-29AB58F60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242600-BE22-6647-D6CE-56D5ECFCE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49D9B84-1946-EEC1-D5AF-EA94C739A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0550A-47C8-6D1B-AE38-221933B27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739DFE-83CA-175A-E866-11C0B0D4E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4997189" cy="1893524"/>
          </a:xfrm>
        </p:spPr>
        <p:txBody>
          <a:bodyPr anchor="b">
            <a:normAutofit/>
          </a:bodyPr>
          <a:lstStyle/>
          <a:p>
            <a:r>
              <a:rPr lang="en-US" sz="4000"/>
              <a:t>Quick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2952D5-F6AC-4D5B-4000-CA99C6ED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4997189" cy="29415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Sorts by selecting a pivot then partitioning through the array and splits it up into different sections. Then do the same thing to both sides until completely sorted</a:t>
            </a:r>
            <a:endParaRPr lang="en-US"/>
          </a:p>
          <a:p>
            <a:r>
              <a:rPr lang="en-US" sz="2000" b="1"/>
              <a:t>Big O:</a:t>
            </a:r>
            <a:endParaRPr lang="en-US" sz="200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Worst Case: O(n^2)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Average Case: O(n log(n))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Best Case: O(n log(n))</a:t>
            </a:r>
          </a:p>
        </p:txBody>
      </p:sp>
      <p:pic>
        <p:nvPicPr>
          <p:cNvPr id="6" name="Picture 5" descr="A diagram of numbers and symbols&#10;&#10;AI-generated content may be incorrect.">
            <a:extLst>
              <a:ext uri="{FF2B5EF4-FFF2-40B4-BE49-F238E27FC236}">
                <a16:creationId xmlns:a16="http://schemas.microsoft.com/office/drawing/2014/main" id="{76B62477-D59E-187D-B278-3EA841CA5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643" y="2234275"/>
            <a:ext cx="5116131" cy="22929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8A5534-F505-768E-2BE6-76657553508A}"/>
              </a:ext>
            </a:extLst>
          </p:cNvPr>
          <p:cNvSpPr txBox="1"/>
          <p:nvPr/>
        </p:nvSpPr>
        <p:spPr>
          <a:xfrm>
            <a:off x="6189943" y="4517693"/>
            <a:ext cx="3674301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/>
              <a:t>From geeksforgeeks.com</a:t>
            </a:r>
          </a:p>
        </p:txBody>
      </p:sp>
    </p:spTree>
    <p:extLst>
      <p:ext uri="{BB962C8B-B14F-4D97-AF65-F5344CB8AC3E}">
        <p14:creationId xmlns:p14="http://schemas.microsoft.com/office/powerpoint/2010/main" val="3578715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EAE22-F26C-3460-B9FE-4B70C25E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F9799F-102A-C3A7-58C1-B5BE6E227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A8AEEB-BF2E-BBC3-3B60-E6267D2EB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B00889E-0871-9689-3ECA-58D7212ED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E8432B9-5A7D-BBA6-6200-51A68ABD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73DCE0-D6EA-9816-9C1A-C2B9E6CE3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CD819A-2092-5329-0C98-647C51939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4997189" cy="1893524"/>
          </a:xfrm>
        </p:spPr>
        <p:txBody>
          <a:bodyPr anchor="b">
            <a:normAutofit/>
          </a:bodyPr>
          <a:lstStyle/>
          <a:p>
            <a:r>
              <a:rPr lang="en-US" sz="4000"/>
              <a:t>Quick Sort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7616E46-205D-EBE9-6524-B6928A272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2965593"/>
            <a:ext cx="4997189" cy="29415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/>
              <a:t>Implements a Quicksort partition step inside a coroutine so the sorting process can be animated over time.</a:t>
            </a:r>
          </a:p>
          <a:p>
            <a:r>
              <a:rPr lang="en-US" sz="1700"/>
              <a:t>The code chooses the last element as the pivot, then moves two pointers (left and right) toward each other to find values that need swapping.</a:t>
            </a:r>
          </a:p>
          <a:p>
            <a:r>
              <a:rPr lang="en-US" sz="1700"/>
              <a:t>Whenever two elements are swapped, the coroutine yields briefly (</a:t>
            </a:r>
            <a:r>
              <a:rPr lang="en-US" sz="1700" err="1"/>
              <a:t>WaitForSeconds</a:t>
            </a:r>
            <a:r>
              <a:rPr lang="en-US" sz="1700"/>
              <a:t>(0.1f)) to visually show the swap.</a:t>
            </a:r>
          </a:p>
        </p:txBody>
      </p:sp>
      <p:pic>
        <p:nvPicPr>
          <p:cNvPr id="4" name="Content Placeholder 4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97503EA0-8BA9-5799-9272-2F8BC61215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6" r="2" b="2"/>
          <a:stretch>
            <a:fillRect/>
          </a:stretch>
        </p:blipFill>
        <p:spPr>
          <a:xfrm>
            <a:off x="6406279" y="1879998"/>
            <a:ext cx="5026007" cy="308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48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184E3D-7E09-C43F-05C8-915725B7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38C670-A497-A1FA-AA32-FB73F59E3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7565F8-D8C0-DF3B-858F-491AD5EF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Challenges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32EB7-3397-D3EA-39E1-DB0FCDE3A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Correctly hooking up the visual elements that were spawned to the array elements getting sorted so it matches up visually.</a:t>
            </a:r>
          </a:p>
          <a:p>
            <a:r>
              <a:rPr lang="en-US"/>
              <a:t>Making the </a:t>
            </a:r>
            <a:r>
              <a:rPr lang="en-US" err="1"/>
              <a:t>GameObjects</a:t>
            </a:r>
            <a:r>
              <a:rPr lang="en-US"/>
              <a:t> move around at the right y level due to the pivot being at the center rather than the bottom</a:t>
            </a:r>
          </a:p>
        </p:txBody>
      </p:sp>
    </p:spTree>
    <p:extLst>
      <p:ext uri="{BB962C8B-B14F-4D97-AF65-F5344CB8AC3E}">
        <p14:creationId xmlns:p14="http://schemas.microsoft.com/office/powerpoint/2010/main" val="1264854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A1CFD-AD11-6957-5256-9D2F335A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3BF122-CC93-2A80-967E-C817FE8CB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09F80D-1DD9-1309-244E-F27097699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134E48-7398-CCF3-2514-6BF78AC1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2FFB1-96CF-F4EC-3C32-7E11CA674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Add additional sorting algorithms (code was made to be modular so additional sorting algorithms can be added quickly)</a:t>
            </a:r>
          </a:p>
          <a:p>
            <a:r>
              <a:rPr lang="en-US"/>
              <a:t>Add a color visualizer to see which bar is currently being moved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58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83415F-C03E-29C4-3C57-C8E584FC2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6A86BE-6D8D-9F0A-AAF1-7F1D0885F3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BFCD7-1114-170B-3DCE-F085E5A39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DEMO TIME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520E9E-1030-5EF5-FBBE-7229689BA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01051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Play Here -&gt; </a:t>
            </a:r>
            <a:r>
              <a:rPr lang="en-US">
                <a:hlinkClick r:id="rId2"/>
              </a:rPr>
              <a:t>https://d-pratt22.github.io/CS315-Group-Project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773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7F33B31-0083-644D-A998-FCF061B0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B817C9-FB6D-DB1E-F892-AA4D9584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4B80550-5013-9BFF-0318-459C9B08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B2070-2A06-38A0-0BAC-12017846A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hlinkClick r:id="rId2"/>
              </a:rPr>
              <a:t>https://www.geeksforgeeks.org/dsa/quick-sort-algorithm/</a:t>
            </a:r>
            <a:endParaRPr lang="en-US"/>
          </a:p>
          <a:p>
            <a:r>
              <a:rPr lang="en-US">
                <a:hlinkClick r:id="rId3"/>
              </a:rPr>
              <a:t>https://stackoverflow.com/questions/49627565/camera-controller-in-unity</a:t>
            </a:r>
            <a:endParaRPr lang="en-US"/>
          </a:p>
          <a:p>
            <a:r>
              <a:rPr lang="en-US">
                <a:ea typeface="+mn-lt"/>
                <a:cs typeface="+mn-lt"/>
                <a:hlinkClick r:id="rId4"/>
              </a:rPr>
              <a:t>https://chatgpt.com</a:t>
            </a:r>
            <a:r>
              <a:rPr lang="en-US">
                <a:ea typeface="+mn-lt"/>
                <a:cs typeface="+mn-lt"/>
              </a:rPr>
              <a:t> (Used for debugging mostly)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86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Sorting Algorithms Visualizer in Unity</vt:lpstr>
      <vt:lpstr>Agenda</vt:lpstr>
      <vt:lpstr>Bubble Sort</vt:lpstr>
      <vt:lpstr>Bubble Sort</vt:lpstr>
      <vt:lpstr>Insertion Sort</vt:lpstr>
      <vt:lpstr>Insertion Sort</vt:lpstr>
      <vt:lpstr>Quick Sort</vt:lpstr>
      <vt:lpstr>Quick Sort</vt:lpstr>
      <vt:lpstr>Challenges </vt:lpstr>
      <vt:lpstr>Improvements</vt:lpstr>
      <vt:lpstr>DEMO TIME</vt:lpstr>
      <vt:lpstr>Works Cited: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Salvary, Sky L.</dc:creator>
  <cp:revision>15</cp:revision>
  <dcterms:created xsi:type="dcterms:W3CDTF">2025-11-05T20:31:22Z</dcterms:created>
  <dcterms:modified xsi:type="dcterms:W3CDTF">2025-11-21T19:25:25Z</dcterms:modified>
</cp:coreProperties>
</file>