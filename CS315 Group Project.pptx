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63E3E1-C889-7892-BB7E-43F17BB958F9}" v="213" dt="2025-11-10T20:39:05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sio, Jacob" userId="S::pisioj@my.erau.edu::549f54a2-4a39-4c27-8a02-a3e5043e901e" providerId="AD" clId="Web-{2263E3E1-C889-7892-BB7E-43F17BB958F9}"/>
    <pc:docChg chg="modSld">
      <pc:chgData name="Pisio, Jacob" userId="S::pisioj@my.erau.edu::549f54a2-4a39-4c27-8a02-a3e5043e901e" providerId="AD" clId="Web-{2263E3E1-C889-7892-BB7E-43F17BB958F9}" dt="2025-11-10T20:39:05.516" v="158"/>
      <pc:docMkLst>
        <pc:docMk/>
      </pc:docMkLst>
      <pc:sldChg chg="modSp">
        <pc:chgData name="Pisio, Jacob" userId="S::pisioj@my.erau.edu::549f54a2-4a39-4c27-8a02-a3e5043e901e" providerId="AD" clId="Web-{2263E3E1-C889-7892-BB7E-43F17BB958F9}" dt="2025-11-10T20:36:40.010" v="135" actId="20577"/>
        <pc:sldMkLst>
          <pc:docMk/>
          <pc:sldMk cId="4141240178" sldId="256"/>
        </pc:sldMkLst>
        <pc:spChg chg="mod">
          <ac:chgData name="Pisio, Jacob" userId="S::pisioj@my.erau.edu::549f54a2-4a39-4c27-8a02-a3e5043e901e" providerId="AD" clId="Web-{2263E3E1-C889-7892-BB7E-43F17BB958F9}" dt="2025-11-10T20:36:40.010" v="135" actId="20577"/>
          <ac:spMkLst>
            <pc:docMk/>
            <pc:sldMk cId="4141240178" sldId="256"/>
            <ac:spMk id="2" creationId="{0C0472BC-CB6F-497F-5062-085250B1E7EF}"/>
          </ac:spMkLst>
        </pc:spChg>
        <pc:spChg chg="mod">
          <ac:chgData name="Pisio, Jacob" userId="S::pisioj@my.erau.edu::549f54a2-4a39-4c27-8a02-a3e5043e901e" providerId="AD" clId="Web-{2263E3E1-C889-7892-BB7E-43F17BB958F9}" dt="2025-11-10T20:32:55.819" v="0" actId="20577"/>
          <ac:spMkLst>
            <pc:docMk/>
            <pc:sldMk cId="4141240178" sldId="256"/>
            <ac:spMk id="3" creationId="{9914D325-FA63-C852-C72B-236257CCC620}"/>
          </ac:spMkLst>
        </pc:spChg>
      </pc:sldChg>
      <pc:sldChg chg="modSp">
        <pc:chgData name="Pisio, Jacob" userId="S::pisioj@my.erau.edu::549f54a2-4a39-4c27-8a02-a3e5043e901e" providerId="AD" clId="Web-{2263E3E1-C889-7892-BB7E-43F17BB958F9}" dt="2025-11-10T20:35:29.711" v="80" actId="20577"/>
        <pc:sldMkLst>
          <pc:docMk/>
          <pc:sldMk cId="38034067" sldId="258"/>
        </pc:sldMkLst>
        <pc:spChg chg="mod">
          <ac:chgData name="Pisio, Jacob" userId="S::pisioj@my.erau.edu::549f54a2-4a39-4c27-8a02-a3e5043e901e" providerId="AD" clId="Web-{2263E3E1-C889-7892-BB7E-43F17BB958F9}" dt="2025-11-10T20:35:29.711" v="80" actId="20577"/>
          <ac:spMkLst>
            <pc:docMk/>
            <pc:sldMk cId="38034067" sldId="258"/>
            <ac:spMk id="2" creationId="{5B69817B-B810-87B6-6D3A-A89DE28E3ABC}"/>
          </ac:spMkLst>
        </pc:spChg>
      </pc:sldChg>
      <pc:sldChg chg="modSp">
        <pc:chgData name="Pisio, Jacob" userId="S::pisioj@my.erau.edu::549f54a2-4a39-4c27-8a02-a3e5043e901e" providerId="AD" clId="Web-{2263E3E1-C889-7892-BB7E-43F17BB958F9}" dt="2025-11-10T20:35:34.524" v="89" actId="20577"/>
        <pc:sldMkLst>
          <pc:docMk/>
          <pc:sldMk cId="872897644" sldId="259"/>
        </pc:sldMkLst>
        <pc:spChg chg="mod">
          <ac:chgData name="Pisio, Jacob" userId="S::pisioj@my.erau.edu::549f54a2-4a39-4c27-8a02-a3e5043e901e" providerId="AD" clId="Web-{2263E3E1-C889-7892-BB7E-43F17BB958F9}" dt="2025-11-10T20:35:34.524" v="89" actId="20577"/>
          <ac:spMkLst>
            <pc:docMk/>
            <pc:sldMk cId="872897644" sldId="259"/>
            <ac:spMk id="2" creationId="{79983BC4-2D42-5509-0931-9E25DE10C074}"/>
          </ac:spMkLst>
        </pc:spChg>
      </pc:sldChg>
      <pc:sldChg chg="modSp">
        <pc:chgData name="Pisio, Jacob" userId="S::pisioj@my.erau.edu::549f54a2-4a39-4c27-8a02-a3e5043e901e" providerId="AD" clId="Web-{2263E3E1-C889-7892-BB7E-43F17BB958F9}" dt="2025-11-10T20:35:42.680" v="96" actId="20577"/>
        <pc:sldMkLst>
          <pc:docMk/>
          <pc:sldMk cId="2419777774" sldId="260"/>
        </pc:sldMkLst>
        <pc:spChg chg="mod">
          <ac:chgData name="Pisio, Jacob" userId="S::pisioj@my.erau.edu::549f54a2-4a39-4c27-8a02-a3e5043e901e" providerId="AD" clId="Web-{2263E3E1-C889-7892-BB7E-43F17BB958F9}" dt="2025-11-10T20:35:42.680" v="96" actId="20577"/>
          <ac:spMkLst>
            <pc:docMk/>
            <pc:sldMk cId="2419777774" sldId="260"/>
            <ac:spMk id="2" creationId="{934D267A-38EE-F505-1C5A-EC6894CF98EE}"/>
          </ac:spMkLst>
        </pc:spChg>
      </pc:sldChg>
      <pc:sldChg chg="modSp">
        <pc:chgData name="Pisio, Jacob" userId="S::pisioj@my.erau.edu::549f54a2-4a39-4c27-8a02-a3e5043e901e" providerId="AD" clId="Web-{2263E3E1-C889-7892-BB7E-43F17BB958F9}" dt="2025-11-10T20:37:13.839" v="136" actId="20577"/>
        <pc:sldMkLst>
          <pc:docMk/>
          <pc:sldMk cId="4109122580" sldId="261"/>
        </pc:sldMkLst>
        <pc:spChg chg="mod">
          <ac:chgData name="Pisio, Jacob" userId="S::pisioj@my.erau.edu::549f54a2-4a39-4c27-8a02-a3e5043e901e" providerId="AD" clId="Web-{2263E3E1-C889-7892-BB7E-43F17BB958F9}" dt="2025-11-10T20:37:13.839" v="136" actId="20577"/>
          <ac:spMkLst>
            <pc:docMk/>
            <pc:sldMk cId="4109122580" sldId="261"/>
            <ac:spMk id="2" creationId="{D3A496FB-9608-DAD5-1AD5-84C041C6960D}"/>
          </ac:spMkLst>
        </pc:spChg>
      </pc:sldChg>
      <pc:sldChg chg="addSp delSp modSp addAnim delAnim modAnim">
        <pc:chgData name="Pisio, Jacob" userId="S::pisioj@my.erau.edu::549f54a2-4a39-4c27-8a02-a3e5043e901e" providerId="AD" clId="Web-{2263E3E1-C889-7892-BB7E-43F17BB958F9}" dt="2025-11-10T20:39:05.516" v="158"/>
        <pc:sldMkLst>
          <pc:docMk/>
          <pc:sldMk cId="662186547" sldId="265"/>
        </pc:sldMkLst>
        <pc:spChg chg="del mod">
          <ac:chgData name="Pisio, Jacob" userId="S::pisioj@my.erau.edu::549f54a2-4a39-4c27-8a02-a3e5043e901e" providerId="AD" clId="Web-{2263E3E1-C889-7892-BB7E-43F17BB958F9}" dt="2025-11-10T20:37:40.872" v="137"/>
          <ac:spMkLst>
            <pc:docMk/>
            <pc:sldMk cId="662186547" sldId="265"/>
            <ac:spMk id="2" creationId="{25E48AA2-D3AD-A5C2-FF6A-CCF831E8375A}"/>
          </ac:spMkLst>
        </pc:spChg>
        <pc:spChg chg="del">
          <ac:chgData name="Pisio, Jacob" userId="S::pisioj@my.erau.edu::549f54a2-4a39-4c27-8a02-a3e5043e901e" providerId="AD" clId="Web-{2263E3E1-C889-7892-BB7E-43F17BB958F9}" dt="2025-11-10T20:33:30.054" v="1"/>
          <ac:spMkLst>
            <pc:docMk/>
            <pc:sldMk cId="662186547" sldId="265"/>
            <ac:spMk id="3" creationId="{17D11E03-B7CC-5AF7-2263-46C2DDD5415A}"/>
          </ac:spMkLst>
        </pc:spChg>
        <pc:spChg chg="add del mod">
          <ac:chgData name="Pisio, Jacob" userId="S::pisioj@my.erau.edu::549f54a2-4a39-4c27-8a02-a3e5043e901e" providerId="AD" clId="Web-{2263E3E1-C889-7892-BB7E-43F17BB958F9}" dt="2025-11-10T20:37:42.372" v="138"/>
          <ac:spMkLst>
            <pc:docMk/>
            <pc:sldMk cId="662186547" sldId="265"/>
            <ac:spMk id="5" creationId="{65B5A146-8223-265D-2A67-223F04A28A5D}"/>
          </ac:spMkLst>
        </pc:spChg>
        <pc:spChg chg="add mod">
          <ac:chgData name="Pisio, Jacob" userId="S::pisioj@my.erau.edu::549f54a2-4a39-4c27-8a02-a3e5043e901e" providerId="AD" clId="Web-{2263E3E1-C889-7892-BB7E-43F17BB958F9}" dt="2025-11-10T20:38:22.420" v="154" actId="20577"/>
          <ac:spMkLst>
            <pc:docMk/>
            <pc:sldMk cId="662186547" sldId="265"/>
            <ac:spMk id="7" creationId="{24B80550-5013-9BFF-0318-459C9B088881}"/>
          </ac:spMkLst>
        </pc:spChg>
        <pc:picChg chg="add mod ord modCrop">
          <ac:chgData name="Pisio, Jacob" userId="S::pisioj@my.erau.edu::549f54a2-4a39-4c27-8a02-a3e5043e901e" providerId="AD" clId="Web-{2263E3E1-C889-7892-BB7E-43F17BB958F9}" dt="2025-11-10T20:33:57.164" v="18"/>
          <ac:picMkLst>
            <pc:docMk/>
            <pc:sldMk cId="662186547" sldId="265"/>
            <ac:picMk id="4" creationId="{E1556681-E41B-9126-BB15-C18EFD133018}"/>
          </ac:picMkLst>
        </pc:picChg>
      </pc:sldChg>
    </pc:docChg>
  </pc:docChgLst>
  <pc:docChgLst>
    <pc:chgData name="Salvary, Sky L." userId="1d58b70c-9665-454e-8498-557673b6b97d" providerId="ADAL" clId="{8056BE86-CE9F-4171-B12A-7430B236CD27}"/>
    <pc:docChg chg="custSel addSld modSld">
      <pc:chgData name="Salvary, Sky L." userId="1d58b70c-9665-454e-8498-557673b6b97d" providerId="ADAL" clId="{8056BE86-CE9F-4171-B12A-7430B236CD27}" dt="2025-11-05T20:37:20.614" v="51" actId="680"/>
      <pc:docMkLst>
        <pc:docMk/>
      </pc:docMkLst>
      <pc:sldChg chg="modSp mod">
        <pc:chgData name="Salvary, Sky L." userId="1d58b70c-9665-454e-8498-557673b6b97d" providerId="ADAL" clId="{8056BE86-CE9F-4171-B12A-7430B236CD27}" dt="2025-11-05T20:36:09.745" v="42" actId="20577"/>
        <pc:sldMkLst>
          <pc:docMk/>
          <pc:sldMk cId="4141240178" sldId="256"/>
        </pc:sldMkLst>
        <pc:spChg chg="mod">
          <ac:chgData name="Salvary, Sky L." userId="1d58b70c-9665-454e-8498-557673b6b97d" providerId="ADAL" clId="{8056BE86-CE9F-4171-B12A-7430B236CD27}" dt="2025-11-05T20:36:09.745" v="42" actId="20577"/>
          <ac:spMkLst>
            <pc:docMk/>
            <pc:sldMk cId="4141240178" sldId="256"/>
            <ac:spMk id="3" creationId="{9914D325-FA63-C852-C72B-236257CCC620}"/>
          </ac:spMkLst>
        </pc:spChg>
      </pc:sldChg>
      <pc:sldChg chg="new">
        <pc:chgData name="Salvary, Sky L." userId="1d58b70c-9665-454e-8498-557673b6b97d" providerId="ADAL" clId="{8056BE86-CE9F-4171-B12A-7430B236CD27}" dt="2025-11-05T20:37:14.610" v="43" actId="680"/>
        <pc:sldMkLst>
          <pc:docMk/>
          <pc:sldMk cId="968604046" sldId="257"/>
        </pc:sldMkLst>
      </pc:sldChg>
      <pc:sldChg chg="new">
        <pc:chgData name="Salvary, Sky L." userId="1d58b70c-9665-454e-8498-557673b6b97d" providerId="ADAL" clId="{8056BE86-CE9F-4171-B12A-7430B236CD27}" dt="2025-11-05T20:37:15.451" v="44" actId="680"/>
        <pc:sldMkLst>
          <pc:docMk/>
          <pc:sldMk cId="38034067" sldId="258"/>
        </pc:sldMkLst>
      </pc:sldChg>
      <pc:sldChg chg="new">
        <pc:chgData name="Salvary, Sky L." userId="1d58b70c-9665-454e-8498-557673b6b97d" providerId="ADAL" clId="{8056BE86-CE9F-4171-B12A-7430B236CD27}" dt="2025-11-05T20:37:15.751" v="45" actId="680"/>
        <pc:sldMkLst>
          <pc:docMk/>
          <pc:sldMk cId="872897644" sldId="259"/>
        </pc:sldMkLst>
      </pc:sldChg>
      <pc:sldChg chg="new">
        <pc:chgData name="Salvary, Sky L." userId="1d58b70c-9665-454e-8498-557673b6b97d" providerId="ADAL" clId="{8056BE86-CE9F-4171-B12A-7430B236CD27}" dt="2025-11-05T20:37:16.296" v="46" actId="680"/>
        <pc:sldMkLst>
          <pc:docMk/>
          <pc:sldMk cId="2419777774" sldId="260"/>
        </pc:sldMkLst>
      </pc:sldChg>
      <pc:sldChg chg="new">
        <pc:chgData name="Salvary, Sky L." userId="1d58b70c-9665-454e-8498-557673b6b97d" providerId="ADAL" clId="{8056BE86-CE9F-4171-B12A-7430B236CD27}" dt="2025-11-05T20:37:16.515" v="47" actId="680"/>
        <pc:sldMkLst>
          <pc:docMk/>
          <pc:sldMk cId="4109122580" sldId="261"/>
        </pc:sldMkLst>
      </pc:sldChg>
      <pc:sldChg chg="new">
        <pc:chgData name="Salvary, Sky L." userId="1d58b70c-9665-454e-8498-557673b6b97d" providerId="ADAL" clId="{8056BE86-CE9F-4171-B12A-7430B236CD27}" dt="2025-11-05T20:37:18.445" v="48" actId="680"/>
        <pc:sldMkLst>
          <pc:docMk/>
          <pc:sldMk cId="1862240355" sldId="262"/>
        </pc:sldMkLst>
      </pc:sldChg>
      <pc:sldChg chg="new">
        <pc:chgData name="Salvary, Sky L." userId="1d58b70c-9665-454e-8498-557673b6b97d" providerId="ADAL" clId="{8056BE86-CE9F-4171-B12A-7430B236CD27}" dt="2025-11-05T20:37:19.073" v="49" actId="680"/>
        <pc:sldMkLst>
          <pc:docMk/>
          <pc:sldMk cId="189723402" sldId="263"/>
        </pc:sldMkLst>
      </pc:sldChg>
      <pc:sldChg chg="new">
        <pc:chgData name="Salvary, Sky L." userId="1d58b70c-9665-454e-8498-557673b6b97d" providerId="ADAL" clId="{8056BE86-CE9F-4171-B12A-7430B236CD27}" dt="2025-11-05T20:37:19.949" v="50" actId="680"/>
        <pc:sldMkLst>
          <pc:docMk/>
          <pc:sldMk cId="2650450492" sldId="264"/>
        </pc:sldMkLst>
      </pc:sldChg>
      <pc:sldChg chg="new">
        <pc:chgData name="Salvary, Sky L." userId="1d58b70c-9665-454e-8498-557673b6b97d" providerId="ADAL" clId="{8056BE86-CE9F-4171-B12A-7430B236CD27}" dt="2025-11-05T20:37:20.614" v="51" actId="680"/>
        <pc:sldMkLst>
          <pc:docMk/>
          <pc:sldMk cId="662186547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6EAE-433A-E25B-0F21-F111AE0F9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86455-6323-5467-252F-EEA7C4B93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40805-D40E-D950-D6B2-DDB2A87EB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3F103-4281-3BA8-C89C-7E41EAFB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67605-0036-4C51-C23E-74D8FB7C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2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2114-27F2-F444-6FE1-7F2202FF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D88D-F3C3-A0A7-8AD5-DC0E2FD74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61BC-31D8-2182-E478-D09D5659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872D5-DA9A-40CD-9B5B-CB2EC04B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52A71-9BB4-61B3-92E7-E7D6E614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0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3655-A49D-83BC-8D39-1AE84BB8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D53AD-33D3-3855-1EEE-05E7566E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F34A6-D978-8A65-3E36-8C4EFB7D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C67-7135-70B3-96DF-059B23A20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9D3CE-A69E-C1DB-448D-F8289265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5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25EA-D549-8F11-2A62-A13949E1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9430-3D73-BDFE-32FA-AB156CE5E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E0700-B65D-3B86-AC2B-27F4BC252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17B7B-5B64-7E71-BCE4-8F89A600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39ED8-E3A9-A139-0C2A-C40BA6E3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D2164-448B-1AA7-42F5-924E12F5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D114-883F-2298-1436-DCCDC50F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8EB57-A17B-32F7-7B78-3C5AA61AB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9C99-6678-7C33-9CFD-105D3CA8C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426F-ADDE-EC56-9888-1A4EA8C63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296D9-1931-EA30-BEA4-C8544C52B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25F5A-4F7E-CBF7-0A0A-8FDD1B26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D4740C-C96A-BFE4-80E0-2AD36542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01B1C-4118-5042-0AC9-D620437C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6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61E6-897F-28A8-B328-A27B919D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B0B9B-6B46-89B9-ABDF-BB6EB39F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88365-B4C5-AD6E-9C46-E5CFDBC5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22E0C-7456-484B-064D-16B23BED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76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6317E-6FF6-47DC-800C-E1130CB2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3A062-C04D-3AC7-E210-91180355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CD2FA-6412-36F7-047A-5BB2227A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2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5209-A098-37EE-C4C9-85552833F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C248-18F6-1C9D-151B-96EE53D55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B7EBC-BEB2-E679-933C-FFAB137B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3FBF4-BFF8-32C2-CF57-8CE4985A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A54EE-B8A3-DEFD-E7F3-7A872064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E3C4D-88C4-DDF9-6460-17CF1670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1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664F-1568-6852-C0BB-1BEFD002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97D469-197F-EFC1-0B79-6B2DA901E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0C3B7-E9E8-316B-2A50-8655038F7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98419-4264-3274-0687-0D3F4D7A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136DC-7DF8-1A68-21D2-E0206113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A21D7-2651-F428-2ADD-C9E97721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14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5D05-D350-AD47-FD7A-D8D004BA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053A5-712F-435B-CF44-01E291942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951E-966C-D68D-266B-6391E106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258DC-5FD9-9E1C-5895-CEFE516C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D2E82-8D0D-CF25-50B4-729972AE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8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CF6E9-1246-E311-DB56-C2223C23A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BE8BE-7B9B-DC13-9DD1-D2F5372CC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3DF60-4673-0F38-2B47-B10ECAA12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3DEF6-96C5-961C-9D1A-A69DF506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6816E-4A40-251A-2CBF-94BC422D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1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C2F28-790A-0BE6-5AE3-090555537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A9662-DD53-2997-3505-176517587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5F70B-DDB7-2C8F-BCFF-971CEEB9C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75C1A-6243-4F6B-AB76-190DFB114FD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537AA-A1CD-F9DE-8A72-7FFB66544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39419-6C31-5512-046F-834016D1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11717-D12E-47CA-96D3-D22B4235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72BC-CB6F-497F-5062-085250B1E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Sorting Algorithms in Unity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4D325-FA63-C852-C72B-236257CCC6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By</a:t>
            </a:r>
          </a:p>
          <a:p>
            <a:r>
              <a:rPr lang="en-US"/>
              <a:t>Danel  P</a:t>
            </a:r>
          </a:p>
          <a:p>
            <a:r>
              <a:rPr lang="en-US"/>
              <a:t>Jacob P</a:t>
            </a:r>
          </a:p>
          <a:p>
            <a:r>
              <a:rPr lang="en-US"/>
              <a:t>Sky S</a:t>
            </a:r>
          </a:p>
        </p:txBody>
      </p:sp>
    </p:spTree>
    <p:extLst>
      <p:ext uri="{BB962C8B-B14F-4D97-AF65-F5344CB8AC3E}">
        <p14:creationId xmlns:p14="http://schemas.microsoft.com/office/powerpoint/2010/main" val="414124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B850-6F17-1102-D23E-B9F71E326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0AD2-8996-9D52-D796-C4B883DCE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0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817B-B810-87B6-6D3A-A89DE28E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7F0A-7FE3-1091-D942-7E3D36A28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3BC4-2D42-5509-0931-9E25DE10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0BA42-3CE2-CC3F-C00C-B06938023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97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267A-38EE-F505-1C5A-EC6894CF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DE76-156D-77EC-4C6F-6616B4EF5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7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96FB-9608-DAD5-1AD5-84C041C6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Sort (Bogosort)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E13E9-5C07-16BD-BCA1-FF214A7B0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B47C-A720-AF93-65BC-00ECACD2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BCDC-BECE-FFE9-276B-44950930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40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31A2-057A-1A8B-4F84-AD7A438A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F514-1530-2216-9183-150D832A0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2841-6609-2DB9-1C31-D72A3019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63F8F-21D1-16C9-4C08-A89A0940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5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Works Cited Cat Meme - Works cited cat - Discover &amp; Share GIFs">
            <a:extLst>
              <a:ext uri="{FF2B5EF4-FFF2-40B4-BE49-F238E27FC236}">
                <a16:creationId xmlns:a16="http://schemas.microsoft.com/office/drawing/2014/main" id="{E1556681-E41B-9126-BB15-C18EFD133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47" t="4965" r="2639" b="-467"/>
          <a:stretch>
            <a:fillRect/>
          </a:stretch>
        </p:blipFill>
        <p:spPr>
          <a:xfrm>
            <a:off x="4194042" y="1868805"/>
            <a:ext cx="3672120" cy="415565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B80550-5013-9BFF-0318-459C9B08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works cited:</a:t>
            </a:r>
          </a:p>
        </p:txBody>
      </p:sp>
    </p:spTree>
    <p:extLst>
      <p:ext uri="{BB962C8B-B14F-4D97-AF65-F5344CB8AC3E}">
        <p14:creationId xmlns:p14="http://schemas.microsoft.com/office/powerpoint/2010/main" val="66218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Sorting Algorithms in Unity</vt:lpstr>
      <vt:lpstr>PowerPoint Presentation</vt:lpstr>
      <vt:lpstr>Bubble Sort</vt:lpstr>
      <vt:lpstr>Insertion Sort</vt:lpstr>
      <vt:lpstr>Quick Sort</vt:lpstr>
      <vt:lpstr>Random Sort (Bogosort)</vt:lpstr>
      <vt:lpstr>PowerPoint Presentation</vt:lpstr>
      <vt:lpstr>PowerPoint Presentation</vt:lpstr>
      <vt:lpstr>PowerPoint Presentation</vt:lpstr>
      <vt:lpstr>works cited: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Salvary, Sky L.</dc:creator>
  <cp:revision>1</cp:revision>
  <dcterms:created xsi:type="dcterms:W3CDTF">2025-11-05T20:31:22Z</dcterms:created>
  <dcterms:modified xsi:type="dcterms:W3CDTF">2025-11-10T20:39:43Z</dcterms:modified>
</cp:coreProperties>
</file>